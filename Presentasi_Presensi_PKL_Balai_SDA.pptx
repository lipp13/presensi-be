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6459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SISTEM PRESENSI ONLINE SISWA PKL</a:t>
            </a:r>
          </a:p>
          <a:p>
            <a:pPr>
              <a:spcBef>
                <a:spcPts val="1000"/>
              </a:spcBef>
              <a:defRPr sz="1800" b="1">
                <a:solidFill>
                  <a:srgbClr val="0284C7"/>
                </a:solidFill>
              </a:defRPr>
            </a:pPr>
            <a:r>
              <a:t>Berbasis Geofencing GPS (Haversine Formula) &amp; Real-Time Telegram Bot Logger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Direktorat Bina Teknik Sumber Daya Air (Kementerian PUPR) × SMK Taruna Bhakti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Alif Alfathar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Lead Developer &amp; Backend Architect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Auth JWT, Dual NISN Resolver, Bot Logger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Denis Ali Fadilah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Backend &amp; Quality Assurance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Admin Endpoints, Storage Bucket, 15 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3931920"/>
            <a:ext cx="3328416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41148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Rega Syakib Ramadhan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Backend &amp; Database Engineer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Database Supabase, Haversine Engine, Excel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LATAR BELAKANG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Mengapa Sistem Presensi Online Ini Diperlukan?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Tantangan presensi manual dan kebutuhan pengawasan siswa magang di instansi pemerintah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Presensi Manual Rentan Manipulasi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Presensi menggunakan buku catatan atau tanda tangan manual sangat rentan titip absen, salah pencatatan waktu masuk/pulang, dan data fisik mudah rusak atau hilang.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29184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Lokasi Fisik Balai SDA yang Luas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Direktorat Bina Teknik SDA memerlukan kepastian bahwa siswa benar-benar berada di lingkungan kantor Balai saat jam kerja, bukan absen dari rumah atau perjalanan.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828800"/>
            <a:ext cx="329184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Kendala Rekapitulasi Laporan Bulanan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Pembimbing instansi dan guru sekolah membutuhkan waktu berhari-hari untuk merekap kehadiran siswa secara manual ke dalam lembar penilaian PKL.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SOLUSI UNGGULAN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 Pilar Utama Sistem Presensi Online Siswa PKL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Kombinasi teknologi geospasial, cloud storage, autentikasi adaptif, dan bot notifikasi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📍 Geofencing GPS Haversine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Memastikan siswa berada di radius 100 meter dari koordinat Balai SDA (-6.899380, 107.618610) dan menangkal penggunaan Fake GPS.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🔑 Dual-Identifier Auth (NISN / Email)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Siswa dapat masuk hanya menggunakan nomor NISN persis seperti LMS sekolah, sementara akun Admin masuk via email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🤖 Real-Time Telegram Bot Logger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Notifikasi otomatis langsung terkirim ke grup admin instansi setiap ada siswa yang Check-in atau Check-out beserta jam dan jarak.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📊 Export Rekap Laporan Excel (.xlsx)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Otomasi generasi laporan kehadiran terformat rapi (.xlsx) menggunakan ExcelJS untuk kebutuhan arsip dan penilaian akhir PKL.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TEKNOLOGI &amp; 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Clean 3-Tier Layered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Memisahkan Routing, Controllers, Services, dan External Data Services secara modular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9728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Layer 1: Routing &amp; Middlewares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Menerima request HTTP, proteksi Bearer Token JWT (auth.middleware), otorisasi role 'admin' vs 'user', sanitasi request, dan global error handler.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9728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3580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Layer 2: Controllers &amp; Logic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Memvalidasi kelengkapan payload (lat, lng, photo, NISN), memanggil business service yang sesuai, dan menyusun format response standar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9728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Layer 3: Services &amp; Data Engines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Algoritma Haversine (location.service), dynamic lookup NISN (auth.service), upload file (storage.service), export excel (export.service), dan event dispatcher telegram.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09728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Layer 4: External BaaS &amp; Database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Supabase PostgreSQL 15, Supabase Auth Service, Supabase Storage Bucket ('attendance-photos'), serta Telegram Bot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AUTENTIKASI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Kemudahan Login Siswa: Mendukung NISN &amp;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Dynamic Identifier Resolution yang menghubungkan kemudahan frontend dengan Supabase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Cara Kerja Dynamic Identifier Resolution: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Siswa memasukkan NISN (contoh: '242510046') di form login frontend.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Backend memeriksa format string: Jika tidak ada karakter '@', backend mengenalinya sebagai NISN.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Backend melakukan query ke tabel public.profiles untuk mencocokkan NISN dan mendapatkan email terdaftar.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Kredensial email + password kemudian diautentikasi ke Supabase Auth.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Admin tetap dapat login langsung menggunakan email resmi (contoh: 'admin@balaisda.go.id').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Fitur Keamanan Akun Terintegrasi: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Partial Unique Index di PostgreSQL menjamin tidak ada siswa yang memiliki NISN kembar, namun akun Admin bisa bernilai NULL.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Session Token JWT aman dengan masa kedaluwarsa (access_token &amp; refresh_token).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Fitur Lupa Password dengan pengiriman tautan token recovery ke email siswa.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Endpoint Ubah Password dengan verifikasi password lama terlebih dahulu.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Middleware Role-Based Authorization membatasi rute privat siswa dan panel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INTEGRITAS DATA KEHADIRAN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Mekanisme Anti-Cheat &amp; Geofencing GPS Presisi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Menjamin kehadiran fisik siswa di Balai SDA dengan formula matematika Haversine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🛡️ Haversine Distance (Radius 100m)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Kalkulasi jarak geospasial real-time antara titik HP siswa dan koordinat Balai SDA (-6.899380, 107.618610). Jika jarak &gt; 100 meter, absensi ditolak (LOCATION_OUT_OF_RANGE).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🛡️ Deteksi Fake GPS / Mock Location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Sistem memeriksa nilai akurasi GPS perangkat. Jika accuracy &lt;= 0, server langsung menolak request sebagai indikasi aplikasi pemalsu koordinat (SUSPECTED_FAKE_GPS).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🛡️ Filter Sinyal GPS Lemah (&gt;50m)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Jika akurasi GPS melebihi 50 meter (deviasi sinyal tinggi), siswa diarahkan untuk berpindah ke area terbuka agar akurasi valid (GPS_ACCURACY_TOO_LOW).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🛡️ Validasi Jam Server &amp; Anti-Duplikasi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Waktu presensi murni menggunakan timestamp UTC server PostgreSQL. Constraint database UNIQUE menjamin 1 siswa hanya bisa check-in 1 kali per hari.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MONITORING INSTANSI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Notifikasi Real-Time via Telegram Bot Logger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Memberikan pemantauan langsung kepada pembimbing tanpa harus selalu membuka web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Keunggulan Integrasi Telegram Bot: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Event-Driven: Terpicu secara instan setelah data presensi berhasil disimpan ke database.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Non-Blocking: Proses pengiriman pesan Telegram berjalan asynchronous sehingga tidak memperlambat waktu respon ke aplikasi siswa.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Endpoint Diagnostik: Disediakan endpoint GET /api/health/telegram untuk menguji apakah bot aktif mengirim pesan.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Kemudahan Monitoring: Pembimbing PKL di Balai SDA dapat memantau kedatangan siswa langsung dari smartphone melalui notifikasi grup.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475488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10312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Contoh Notifikasi Bot Telegram:</a:t>
            </a:r>
          </a:p>
          <a:p>
            <a:pPr>
              <a:spcBef>
                <a:spcPts val="1200"/>
              </a:spcBef>
              <a:defRPr sz="1050">
                <a:solidFill>
                  <a:srgbClr val="E2E8F0"/>
                </a:solidFill>
                <a:latin typeface="Consolas"/>
              </a:defRPr>
            </a:pPr>
            <a:r>
              <a:t>🔔 LOG PRESENSI SISWA PKL</a:t>
            </a:r>
            <a:br/>
            <a:br/>
            <a:r>
              <a:t>Nama Siswa   : Alif Alfathar</a:t>
            </a:r>
            <a:br/>
            <a:r>
              <a:t>NISN         : 242510046</a:t>
            </a:r>
            <a:br/>
            <a:r>
              <a:t>Sekolah      : SMK Taruna Bhakti</a:t>
            </a:r>
            <a:br/>
            <a:r>
              <a:t>Tipe         : CHECK-IN (MASUK)</a:t>
            </a:r>
            <a:br/>
            <a:r>
              <a:t>Waktu        : 04/09/2026, 07:45:12 WIB</a:t>
            </a:r>
            <a:br/>
            <a:r>
              <a:t>Jarak Kantor : 18.5 meter</a:t>
            </a:r>
            <a:br/>
            <a:r>
              <a:t>Status       : ✅ Tepat Waktu</a:t>
            </a:r>
            <a:br/>
            <a:r>
              <a:t>Lokasi       : Direktorat Bina Teknik SDA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PELAPORAN &amp; ADMINISTRASI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Dashboard Admin &amp; Export Laporan Excel Resmi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Otomatisasi rekapitulasi kehadiran dengan styling spreadsheet siap cetak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📊 Monitoring Real-Time Hari Ini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Admin dapat melihat secara langsung daftar siswa yang sudah check-in dan yang sudah check-out hari ini beserta status kehadiran dan foto selfie.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📊 Riwayat Presensi Fleksibel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Pencarian riwayat absensi dengan filter fleksibel berdasarkan rentang tanggal, NISN, nama siswa, atau status kehadiran dengan pagination hemat bandwidth.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📊 Export Rekapitulasi Excel (.xlsx)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Generator ExcelJS membuat file spreadsheet terformat resmi dengan header biru institusi, data kontak, NISN, jam masuk/pulang, dan jarak GPS.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📊 Pendaftaran Akun Siswa Baru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Admin dapat mendaftarkan akun siswa PKL baru lengkap dengan verifikasi NISN unik agar tidak terjadi duplikasi akun.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PENGUJIAN SISTEM (QA)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15/15 Automated Test Cases &amp; 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Menjamin keandalan backend dari regresi bug dengan automated unit &amp; integration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1. Endpoint Dasar (3 Tests)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GET / (Format 200 OK standar)</a:t>
            </a:r>
            <a:br/>
            <a:r>
              <a:t>• GET /api/health (Server &amp; DB OK)</a:t>
            </a:r>
            <a:br/>
            <a:r>
              <a:t>• GET 404 Route Not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Validasi Autentikasi (3 Tests)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Login kosong ditolak VALIDATION_ERROR</a:t>
            </a:r>
            <a:br/>
            <a:r>
              <a:t>• Login NISN tanpa password ditolak</a:t>
            </a:r>
            <a:br/>
            <a:r>
              <a:t>• Forgot password kosong ditolak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Proteksi Token JWT (3 Tests)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GET /api/auth/me tanpa token (401)</a:t>
            </a:r>
            <a:br/>
            <a:r>
              <a:t>• POST check-in tanpa token (401)</a:t>
            </a:r>
            <a:br/>
            <a:r>
              <a:t>• GET admin today tanpa token (401)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Geofencing Haversine (5 Tests)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Titik sama = jarak 0 meter</a:t>
            </a:r>
            <a:br/>
            <a:r>
              <a:t>• Jakarta-Bandung presisi ~119 km</a:t>
            </a:r>
            <a:br/>
            <a:r>
              <a:t>• Fake GPS (accuracy &lt;= 0) ditolak</a:t>
            </a:r>
            <a:br/>
            <a:r>
              <a:t>• Sinyal lemah (accuracy &gt; 50m) ditolak</a:t>
            </a:r>
            <a:br/>
            <a:r>
              <a:t>• Luar radius kantor (&gt;100m) ditolak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0233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5. Export Excel Engine (1 Test)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Validasi buffer binary file .xlsx</a:t>
            </a:r>
            <a:br/>
            <a:r>
              <a:t>• Ukuran file &gt; 2KB terformat rapi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0233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6. GitHub Actions CI/CD Pipeline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Multi-version Node.js (v20 &amp; v22)</a:t>
            </a:r>
            <a:br/>
            <a:r>
              <a:t>• Otomatis testing tiap push &amp; 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MANAJEMEN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 Breakdown Structure &amp; Pembagian Peran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Kolaborasi solid tim 3 orang pengembang selama sprint proyek 2 minggu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Alif Alfathar</a:t>
            </a:r>
          </a:p>
          <a:p>
            <a:pPr>
              <a:spcBef>
                <a:spcPts val="300"/>
              </a:spcBef>
              <a:defRPr sz="1050" b="1">
                <a:solidFill>
                  <a:srgbClr val="0284C7"/>
                </a:solidFill>
              </a:defRPr>
            </a:pPr>
            <a:r>
              <a:t>Lead Developer &amp; Backend Architect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Arsitektur REST API &amp; Express.js Setup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Autentikasi JWT &amp; Dynamic NISN/Email Resolver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Sistem Reset Password Email OTP &amp; Keamanan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Integrasi Real-Time Telegram Bot Logger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Security Hardening &amp; Rate Limiting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29184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Denis Ali Fadilah</a:t>
            </a:r>
          </a:p>
          <a:p>
            <a:pPr>
              <a:spcBef>
                <a:spcPts val="300"/>
              </a:spcBef>
              <a:defRPr sz="1050" b="1">
                <a:solidFill>
                  <a:srgbClr val="0284C7"/>
                </a:solidFill>
              </a:defRPr>
            </a:pPr>
            <a:r>
              <a:t>Backend &amp; Quality Assurance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Dashboard Admin &amp; Endpoint Monitoring Hari Ini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Integrasi Upload Foto Bukti Supabase Storage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Role Authorization Middleware ('admin' vs 'user')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Penyusunan Automated Test Suite (15 Test Cases)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Dokumentasi Thunder Client 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82880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Rega Syakib Ramadhan</a:t>
            </a:r>
          </a:p>
          <a:p>
            <a:pPr>
              <a:spcBef>
                <a:spcPts val="300"/>
              </a:spcBef>
              <a:defRPr sz="1050" b="1">
                <a:solidFill>
                  <a:srgbClr val="0284C7"/>
                </a:solidFill>
              </a:defRPr>
            </a:pPr>
            <a:r>
              <a:t>Backend &amp; Database Engineer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Perancangan Skema PostgreSQL Supabase &amp; ERD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Core Engine Presensi (Check-in &amp; Check-out)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Algoritma Geofencing GPS Haversine Formula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Fitur Export Rekapitulasi Excel (.xlsx)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✓ Dokumentasi Teknis API &amp; Sinkronisasi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ALUR DEMO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Langkah Demi Langkah Presensi Siswa hingga Laporan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Skenario penggunaan harian mulai dari login hingga pengawasan pembimbing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019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Langkah 1: Login Siswa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Siswa membuka aplikasi dan memasukkan NISN (contoh: 242510046) &amp; password. Backend otomatis mengenali NISN dan mengembalikan JWT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06624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43784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7977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Langkah 2: Ambil Lokasi &amp; Selfie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Frontend mengaktifkan GPS smartphone dan kamera depan. Siswa mengambil foto selfie di kantor Balai SDA.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84448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721608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57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Langkah 3: Validasi &amp; Check-in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Backend memvalidasi akurasi GPS, menghitung jarak Haversine (&lt;=100m), mengunggah foto ke storage, dan mencatat jam masuk.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62272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599432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3542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Langkah 4: Notifikasi Telegram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Server secara instan mengirim pesan log ke grup admin: Nama siswa, NISN, jam masuk, dan status Tepat Waktu.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0096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477256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4132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Langkah 5: Unduh Laporan Excel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Di akhir pekan/bulan, admin Balai SDA mengunduh rekapitulasi kehadiran resmi dalam bentuk Excel (.xlsx) dengan 1 klik.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KESIMPULAN &amp; TANYA JAWAB</a:t>
            </a:r>
          </a:p>
          <a:p>
            <a:pPr algn="ctr">
              <a:spcBef>
                <a:spcPts val="1600"/>
              </a:spcBef>
              <a:defRPr sz="1500">
                <a:solidFill>
                  <a:srgbClr val="CBD5E1"/>
                </a:solidFill>
              </a:defRPr>
            </a:pPr>
            <a:r>
              <a:t>Sistem Presensi Online Siswa PKL berhasil memecahkan permasalahan presensi manual dengan mengedepankan integritas geospasial, kemudahan login via NISN, pemantauan bot Telegram instan, dan otomasi rekapitulasi laporan Excel.</a:t>
            </a:r>
          </a:p>
          <a:p>
            <a:pPr algn="ctr">
              <a:spcBef>
                <a:spcPts val="2400"/>
              </a:spcBef>
              <a:defRPr sz="2800" b="1">
                <a:solidFill>
                  <a:srgbClr val="0284C7"/>
                </a:solidFill>
              </a:defRPr>
            </a:pPr>
            <a:r>
              <a:t>Terima Kasih!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Alif Alfathar • Denis Ali Fadilah • Rega Syakib Ramadhan</a:t>
            </a:r>
            <a:br/>
            <a:r>
              <a:t>SMK Taruna Bhakti × Direktorat Bina Teknik Sumber Daya 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